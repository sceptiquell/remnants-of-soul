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17B835-9B00-04D8-F509-7307EDF7E8FF}" v="55" dt="2026-04-19T11:26:26.2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19.04.2026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224A78-A42A-00C7-7C66-168A81574E2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6587" b="9458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215289"/>
            <a:ext cx="9144000" cy="1186018"/>
          </a:xfrm>
        </p:spPr>
        <p:txBody>
          <a:bodyPr>
            <a:normAutofit/>
          </a:bodyPr>
          <a:lstStyle/>
          <a:p>
            <a:r>
              <a:rPr lang="ru-RU" sz="7200">
                <a:solidFill>
                  <a:srgbClr val="FFFFFF"/>
                </a:solidFill>
                <a:latin typeface="Consolas"/>
              </a:rPr>
              <a:t>Remnants of Soul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209016"/>
            <a:ext cx="9144000" cy="109839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>
                <a:solidFill>
                  <a:srgbClr val="FFFFFF"/>
                </a:solidFill>
                <a:latin typeface="Consolas"/>
                <a:cs typeface="Arial"/>
              </a:rPr>
              <a:t>Ты - душа рыцаря, пленённая в бесконечном подземелье. Чтобы выбраться на поверхность, ты сам себе строишь путь.</a:t>
            </a:r>
            <a:br>
              <a:rPr lang="en-US" dirty="0">
                <a:latin typeface="Consolas"/>
              </a:rPr>
            </a:br>
            <a:r>
              <a:rPr lang="en-US" err="1">
                <a:solidFill>
                  <a:srgbClr val="FFFFFF"/>
                </a:solidFill>
                <a:latin typeface="Consolas"/>
                <a:cs typeface="Arial"/>
              </a:rPr>
              <a:t>Ты</a:t>
            </a:r>
            <a:r>
              <a:rPr lang="en-US" dirty="0">
                <a:solidFill>
                  <a:srgbClr val="FFFFFF"/>
                </a:solidFill>
                <a:latin typeface="Consolas"/>
                <a:cs typeface="Arial"/>
              </a:rPr>
              <a:t> </a:t>
            </a:r>
            <a:r>
              <a:rPr lang="en-US" err="1">
                <a:solidFill>
                  <a:srgbClr val="FFFFFF"/>
                </a:solidFill>
                <a:latin typeface="Consolas"/>
                <a:cs typeface="Arial"/>
              </a:rPr>
              <a:t>одновременно</a:t>
            </a:r>
            <a:r>
              <a:rPr lang="en-US">
                <a:solidFill>
                  <a:srgbClr val="FFFFFF"/>
                </a:solidFill>
                <a:latin typeface="Consolas"/>
                <a:cs typeface="Arial"/>
              </a:rPr>
              <a:t> и </a:t>
            </a:r>
            <a:r>
              <a:rPr lang="en-US" err="1">
                <a:solidFill>
                  <a:srgbClr val="FFFFFF"/>
                </a:solidFill>
                <a:latin typeface="Consolas"/>
                <a:cs typeface="Arial"/>
              </a:rPr>
              <a:t>архитектор</a:t>
            </a:r>
            <a:r>
              <a:rPr lang="en-US">
                <a:solidFill>
                  <a:srgbClr val="FFFFFF"/>
                </a:solidFill>
                <a:latin typeface="Consolas"/>
                <a:cs typeface="Arial"/>
              </a:rPr>
              <a:t>, и </a:t>
            </a:r>
            <a:r>
              <a:rPr lang="en-US" err="1">
                <a:solidFill>
                  <a:srgbClr val="FFFFFF"/>
                </a:solidFill>
                <a:latin typeface="Consolas"/>
                <a:cs typeface="Arial"/>
              </a:rPr>
              <a:t>жертва</a:t>
            </a:r>
            <a:r>
              <a:rPr lang="en-US" dirty="0">
                <a:solidFill>
                  <a:srgbClr val="FFFFFF"/>
                </a:solidFill>
                <a:latin typeface="Consolas"/>
                <a:cs typeface="Arial"/>
              </a:rPr>
              <a:t> </a:t>
            </a:r>
            <a:r>
              <a:rPr lang="en-US" err="1">
                <a:solidFill>
                  <a:srgbClr val="FFFFFF"/>
                </a:solidFill>
                <a:latin typeface="Consolas"/>
                <a:cs typeface="Arial"/>
              </a:rPr>
              <a:t>собственного</a:t>
            </a:r>
            <a:r>
              <a:rPr lang="en-US" dirty="0">
                <a:solidFill>
                  <a:srgbClr val="FFFFFF"/>
                </a:solidFill>
                <a:latin typeface="Consolas"/>
                <a:cs typeface="Arial"/>
              </a:rPr>
              <a:t> </a:t>
            </a:r>
            <a:r>
              <a:rPr lang="en-US" err="1">
                <a:solidFill>
                  <a:srgbClr val="FFFFFF"/>
                </a:solidFill>
                <a:latin typeface="Consolas"/>
                <a:cs typeface="Arial"/>
              </a:rPr>
              <a:t>подземелья</a:t>
            </a:r>
            <a:r>
              <a:rPr lang="en-US">
                <a:solidFill>
                  <a:srgbClr val="FFFFFF"/>
                </a:solidFill>
                <a:latin typeface="Consolas"/>
                <a:cs typeface="Arial"/>
              </a:rPr>
              <a:t>. </a:t>
            </a:r>
            <a:r>
              <a:rPr lang="en-US" err="1">
                <a:solidFill>
                  <a:srgbClr val="FFFFFF"/>
                </a:solidFill>
                <a:latin typeface="Consolas"/>
                <a:cs typeface="Arial"/>
              </a:rPr>
              <a:t>Чем</a:t>
            </a:r>
            <a:r>
              <a:rPr lang="en-US" dirty="0">
                <a:solidFill>
                  <a:srgbClr val="FFFFFF"/>
                </a:solidFill>
                <a:latin typeface="Consolas"/>
                <a:cs typeface="Arial"/>
              </a:rPr>
              <a:t> </a:t>
            </a:r>
            <a:r>
              <a:rPr lang="en-US" err="1">
                <a:solidFill>
                  <a:srgbClr val="FFFFFF"/>
                </a:solidFill>
                <a:latin typeface="Consolas"/>
                <a:cs typeface="Arial"/>
              </a:rPr>
              <a:t>агрессивнее</a:t>
            </a:r>
            <a:r>
              <a:rPr lang="en-US">
                <a:solidFill>
                  <a:srgbClr val="FFFFFF"/>
                </a:solidFill>
                <a:latin typeface="Consolas"/>
                <a:cs typeface="Arial"/>
              </a:rPr>
              <a:t> и </a:t>
            </a:r>
            <a:r>
              <a:rPr lang="en-US" err="1">
                <a:solidFill>
                  <a:srgbClr val="FFFFFF"/>
                </a:solidFill>
                <a:latin typeface="Consolas"/>
                <a:cs typeface="Arial"/>
              </a:rPr>
              <a:t>рискованнее</a:t>
            </a:r>
            <a:r>
              <a:rPr lang="en-US" dirty="0">
                <a:solidFill>
                  <a:srgbClr val="FFFFFF"/>
                </a:solidFill>
                <a:latin typeface="Consolas"/>
                <a:cs typeface="Arial"/>
              </a:rPr>
              <a:t> </a:t>
            </a:r>
            <a:r>
              <a:rPr lang="en-US" err="1">
                <a:solidFill>
                  <a:srgbClr val="FFFFFF"/>
                </a:solidFill>
                <a:latin typeface="Consolas"/>
                <a:cs typeface="Arial"/>
              </a:rPr>
              <a:t>ты</a:t>
            </a:r>
            <a:r>
              <a:rPr lang="en-US" dirty="0">
                <a:solidFill>
                  <a:srgbClr val="FFFFFF"/>
                </a:solidFill>
                <a:latin typeface="Consolas"/>
                <a:cs typeface="Arial"/>
              </a:rPr>
              <a:t> </a:t>
            </a:r>
            <a:r>
              <a:rPr lang="en-US" err="1">
                <a:solidFill>
                  <a:srgbClr val="FFFFFF"/>
                </a:solidFill>
                <a:latin typeface="Consolas"/>
                <a:cs typeface="Arial"/>
              </a:rPr>
              <a:t>строишь</a:t>
            </a:r>
            <a:r>
              <a:rPr lang="en-US">
                <a:solidFill>
                  <a:srgbClr val="FFFFFF"/>
                </a:solidFill>
                <a:latin typeface="Consolas"/>
                <a:cs typeface="Arial"/>
              </a:rPr>
              <a:t>, </a:t>
            </a:r>
            <a:r>
              <a:rPr lang="en-US" err="1">
                <a:solidFill>
                  <a:srgbClr val="FFFFFF"/>
                </a:solidFill>
                <a:latin typeface="Consolas"/>
                <a:cs typeface="Arial"/>
              </a:rPr>
              <a:t>тем</a:t>
            </a:r>
            <a:r>
              <a:rPr lang="en-US" dirty="0">
                <a:solidFill>
                  <a:srgbClr val="FFFFFF"/>
                </a:solidFill>
                <a:latin typeface="Consolas"/>
                <a:cs typeface="Arial"/>
              </a:rPr>
              <a:t> </a:t>
            </a:r>
            <a:r>
              <a:rPr lang="en-US" err="1">
                <a:solidFill>
                  <a:srgbClr val="FFFFFF"/>
                </a:solidFill>
                <a:latin typeface="Consolas"/>
                <a:cs typeface="Arial"/>
              </a:rPr>
              <a:t>быстрее</a:t>
            </a:r>
            <a:r>
              <a:rPr lang="en-US" dirty="0">
                <a:solidFill>
                  <a:srgbClr val="FFFFFF"/>
                </a:solidFill>
                <a:latin typeface="Consolas"/>
                <a:cs typeface="Arial"/>
              </a:rPr>
              <a:t> </a:t>
            </a:r>
            <a:r>
              <a:rPr lang="en-US" err="1">
                <a:solidFill>
                  <a:srgbClr val="FFFFFF"/>
                </a:solidFill>
                <a:latin typeface="Consolas"/>
                <a:cs typeface="Arial"/>
              </a:rPr>
              <a:t>дойдешь</a:t>
            </a:r>
            <a:r>
              <a:rPr lang="en-US">
                <a:solidFill>
                  <a:srgbClr val="FFFFFF"/>
                </a:solidFill>
                <a:latin typeface="Consolas"/>
                <a:cs typeface="Arial"/>
              </a:rPr>
              <a:t>... </a:t>
            </a:r>
            <a:r>
              <a:rPr lang="en-US" err="1">
                <a:solidFill>
                  <a:srgbClr val="FFFFFF"/>
                </a:solidFill>
                <a:latin typeface="Consolas"/>
                <a:cs typeface="Arial"/>
              </a:rPr>
              <a:t>или</a:t>
            </a:r>
            <a:r>
              <a:rPr lang="en-US" dirty="0">
                <a:solidFill>
                  <a:srgbClr val="FFFFFF"/>
                </a:solidFill>
                <a:latin typeface="Consolas"/>
                <a:cs typeface="Arial"/>
              </a:rPr>
              <a:t> </a:t>
            </a:r>
            <a:r>
              <a:rPr lang="en-US" err="1">
                <a:solidFill>
                  <a:srgbClr val="FFFFFF"/>
                </a:solidFill>
                <a:latin typeface="Consolas"/>
                <a:cs typeface="Arial"/>
              </a:rPr>
              <a:t>умрешь</a:t>
            </a:r>
            <a:r>
              <a:rPr lang="en-US">
                <a:solidFill>
                  <a:srgbClr val="FFFFFF"/>
                </a:solidFill>
                <a:latin typeface="Consolas"/>
                <a:cs typeface="Arial"/>
              </a:rPr>
              <a:t>...</a:t>
            </a:r>
            <a:endParaRPr lang="en-US">
              <a:solidFill>
                <a:srgbClr val="FFFFFF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Тема Office</vt:lpstr>
      <vt:lpstr>Remnants of Soul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38</cp:revision>
  <dcterms:created xsi:type="dcterms:W3CDTF">2026-04-19T11:08:10Z</dcterms:created>
  <dcterms:modified xsi:type="dcterms:W3CDTF">2026-04-19T11:28:38Z</dcterms:modified>
</cp:coreProperties>
</file>